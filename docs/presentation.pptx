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4CB0C-7518-4DF3-BE36-D255E36171E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3534-124E-41D2-AA6B-FE2C32C69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150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4CB0C-7518-4DF3-BE36-D255E36171E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3534-124E-41D2-AA6B-FE2C32C69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218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4CB0C-7518-4DF3-BE36-D255E36171E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3534-124E-41D2-AA6B-FE2C32C69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08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4CB0C-7518-4DF3-BE36-D255E36171E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3534-124E-41D2-AA6B-FE2C32C69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706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4CB0C-7518-4DF3-BE36-D255E36171E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3534-124E-41D2-AA6B-FE2C32C69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59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4CB0C-7518-4DF3-BE36-D255E36171E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3534-124E-41D2-AA6B-FE2C32C69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891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4CB0C-7518-4DF3-BE36-D255E36171E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3534-124E-41D2-AA6B-FE2C32C69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60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4CB0C-7518-4DF3-BE36-D255E36171E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3534-124E-41D2-AA6B-FE2C32C69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262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4CB0C-7518-4DF3-BE36-D255E36171E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3534-124E-41D2-AA6B-FE2C32C69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848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4CB0C-7518-4DF3-BE36-D255E36171E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3534-124E-41D2-AA6B-FE2C32C69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579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4CB0C-7518-4DF3-BE36-D255E36171E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3534-124E-41D2-AA6B-FE2C32C6907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59284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4CB0C-7518-4DF3-BE36-D255E36171E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3534-124E-41D2-AA6B-FE2C32C69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451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4CB0C-7518-4DF3-BE36-D255E36171E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3534-124E-41D2-AA6B-FE2C32C6907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10584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4CB0C-7518-4DF3-BE36-D255E36171E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3534-124E-41D2-AA6B-FE2C32C69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709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4CB0C-7518-4DF3-BE36-D255E36171E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3534-124E-41D2-AA6B-FE2C32C69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564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4CB0C-7518-4DF3-BE36-D255E36171E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3534-124E-41D2-AA6B-FE2C32C69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823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54CB0C-7518-4DF3-BE36-D255E36171E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A243534-124E-41D2-AA6B-FE2C32C69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858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obig6/genai-project-2025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406B4-CE86-A4AC-3558-998D4C09FF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Museum Quiz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5D6777-1E8A-4B28-4962-7BE80CB96A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Author: Boyan Ivanov, 0MI0800011</a:t>
            </a:r>
          </a:p>
        </p:txBody>
      </p:sp>
    </p:spTree>
    <p:extLst>
      <p:ext uri="{BB962C8B-B14F-4D97-AF65-F5344CB8AC3E}">
        <p14:creationId xmlns:p14="http://schemas.microsoft.com/office/powerpoint/2010/main" val="3156253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6AE32-87B8-761D-C1EF-E6D073AD3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A6042E-56FA-7D72-AFDD-A305E0DCF8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905506"/>
            <a:ext cx="814197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Identifies museum exhibits from user-submitted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Faster R-CNN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object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Developed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Unity,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FastAPI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PyTorch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12775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76498-8276-5C39-F41A-0A429C359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Needs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7508-7088-B0CE-4B86-CB4D48F7C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Museums want </a:t>
            </a:r>
            <a:r>
              <a:rPr lang="en-US" sz="2800" b="1" dirty="0"/>
              <a:t>interactive learning experiences</a:t>
            </a:r>
            <a:r>
              <a:rPr lang="en-US" sz="2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Visitors need </a:t>
            </a:r>
            <a:r>
              <a:rPr lang="en-US" sz="2800" b="1" dirty="0"/>
              <a:t>instant artifact recognition</a:t>
            </a:r>
            <a:r>
              <a:rPr lang="en-US" sz="2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AI-powered </a:t>
            </a:r>
            <a:r>
              <a:rPr lang="en-US" sz="2800" b="1" dirty="0"/>
              <a:t>exhibit detection</a:t>
            </a:r>
            <a:r>
              <a:rPr lang="en-US" sz="2800" dirty="0"/>
              <a:t> makes visits engaging.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704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64CBD-0276-FC70-640C-B2E675BA2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EBF9D-E8AA-186F-CBBC-FEA345F8B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0D086-3368-3904-99EF-30F1429FD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80745"/>
            <a:ext cx="8596668" cy="4660618"/>
          </a:xfrm>
        </p:spPr>
        <p:txBody>
          <a:bodyPr>
            <a:normAutofit/>
          </a:bodyPr>
          <a:lstStyle/>
          <a:p>
            <a:r>
              <a:rPr lang="en-US" sz="2800" dirty="0"/>
              <a:t>🚀 </a:t>
            </a:r>
            <a:r>
              <a:rPr lang="en-US" sz="2800" b="1" dirty="0"/>
              <a:t>User Journey:</a:t>
            </a:r>
            <a:r>
              <a:rPr lang="en-US" sz="2800" dirty="0"/>
              <a:t> </a:t>
            </a:r>
          </a:p>
          <a:p>
            <a:r>
              <a:rPr lang="en-US" sz="2800" dirty="0"/>
              <a:t>1️⃣ Capture an image of a museum exhibit.</a:t>
            </a:r>
            <a:br>
              <a:rPr lang="en-US" sz="2800" dirty="0"/>
            </a:br>
            <a:r>
              <a:rPr lang="en-US" sz="2800" dirty="0"/>
              <a:t>2️⃣ Image is sent to the </a:t>
            </a:r>
            <a:r>
              <a:rPr lang="en-US" sz="2800" b="1" dirty="0" err="1"/>
              <a:t>FastAPI</a:t>
            </a:r>
            <a:r>
              <a:rPr lang="en-US" sz="2800" b="1" dirty="0"/>
              <a:t> server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3️⃣ </a:t>
            </a:r>
            <a:r>
              <a:rPr lang="en-US" sz="2800" b="1" dirty="0"/>
              <a:t>Faster R-CNN model</a:t>
            </a:r>
            <a:r>
              <a:rPr lang="en-US" sz="2800" dirty="0"/>
              <a:t> predicts the exhibit.</a:t>
            </a:r>
            <a:br>
              <a:rPr lang="en-US" sz="2800" dirty="0"/>
            </a:br>
            <a:r>
              <a:rPr lang="en-US" sz="2800" dirty="0"/>
              <a:t>4️⃣ User receives </a:t>
            </a:r>
            <a:r>
              <a:rPr lang="en-US" sz="2800" b="1" dirty="0"/>
              <a:t>validation feedback</a:t>
            </a:r>
            <a:r>
              <a:rPr lang="en-US" sz="2800" dirty="0"/>
              <a:t>.</a:t>
            </a:r>
          </a:p>
          <a:p>
            <a:r>
              <a:rPr lang="en-US" sz="2800" dirty="0"/>
              <a:t>🖥 </a:t>
            </a:r>
            <a:r>
              <a:rPr lang="en-US" sz="2800" b="1" dirty="0"/>
              <a:t>System Components: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Unity Mobile App</a:t>
            </a:r>
            <a:r>
              <a:rPr lang="en-US" sz="2800" dirty="0"/>
              <a:t> (User interface)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 err="1"/>
              <a:t>FastAPI</a:t>
            </a:r>
            <a:r>
              <a:rPr lang="en-US" sz="2800" b="1" dirty="0"/>
              <a:t> Backend</a:t>
            </a:r>
            <a:r>
              <a:rPr lang="en-US" sz="2800" dirty="0"/>
              <a:t> (Handles requests)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Faster R-CNN Model</a:t>
            </a:r>
            <a:r>
              <a:rPr lang="en-US" sz="2800" dirty="0"/>
              <a:t> (Detects objects)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745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DDB1C-A838-5653-72C1-C624E7192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4342E-CE60-72D7-16E3-36E2377F4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51236-3799-4F81-72C0-F029A1E6F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80745"/>
            <a:ext cx="8596668" cy="4660618"/>
          </a:xfrm>
        </p:spPr>
        <p:txBody>
          <a:bodyPr>
            <a:normAutofit/>
          </a:bodyPr>
          <a:lstStyle/>
          <a:p>
            <a:r>
              <a:rPr lang="en-US" sz="2800" dirty="0"/>
              <a:t>✅ </a:t>
            </a:r>
            <a:r>
              <a:rPr lang="en-US" sz="2800" b="1" dirty="0"/>
              <a:t>User Role:</a:t>
            </a:r>
            <a:r>
              <a:rPr lang="en-US" sz="2800" dirty="0"/>
              <a:t> Submit images &amp; get results</a:t>
            </a:r>
          </a:p>
          <a:p>
            <a:r>
              <a:rPr lang="en-US" sz="2800" dirty="0"/>
              <a:t>🔧 </a:t>
            </a:r>
            <a:r>
              <a:rPr lang="en-US" sz="2800" b="1" dirty="0"/>
              <a:t>Admin Role:</a:t>
            </a:r>
            <a:r>
              <a:rPr lang="en-US" sz="2800" dirty="0"/>
              <a:t> Upload &amp; update ML models.</a:t>
            </a:r>
          </a:p>
          <a:p>
            <a:r>
              <a:rPr lang="en-US" sz="2800" dirty="0"/>
              <a:t>🏗 </a:t>
            </a:r>
            <a:r>
              <a:rPr lang="en-US" sz="2800" b="1" dirty="0"/>
              <a:t>Data Sources:</a:t>
            </a:r>
          </a:p>
          <a:p>
            <a:pPr lvl="1"/>
            <a:r>
              <a:rPr lang="en-US" sz="3200" dirty="0"/>
              <a:t>Real images 📷</a:t>
            </a:r>
            <a:endParaRPr lang="en-US" sz="3200" b="1" dirty="0"/>
          </a:p>
          <a:p>
            <a:pPr lvl="1"/>
            <a:r>
              <a:rPr lang="en-US" sz="3200" b="1" dirty="0"/>
              <a:t>Synthetic Data</a:t>
            </a:r>
            <a:r>
              <a:rPr lang="en-US" sz="3200" dirty="0"/>
              <a:t> (Unity-generated)</a:t>
            </a:r>
          </a:p>
          <a:p>
            <a:pPr lvl="1"/>
            <a:r>
              <a:rPr lang="en-US" sz="3200" b="1" dirty="0"/>
              <a:t>3D Scanned Objects</a:t>
            </a:r>
            <a:r>
              <a:rPr lang="en-US" sz="3200" dirty="0"/>
              <a:t> (</a:t>
            </a:r>
            <a:r>
              <a:rPr lang="en-US" sz="3200" dirty="0" err="1"/>
              <a:t>PolyCam</a:t>
            </a:r>
            <a:r>
              <a:rPr lang="en-US" sz="3200" dirty="0"/>
              <a:t>)</a:t>
            </a:r>
            <a:endParaRPr lang="en-US" sz="26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74376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957CA-9E5B-0C93-ED62-A0124A678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Model &amp; Training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046063-88A3-B1E0-3978-89D378A8B7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854207"/>
            <a:ext cx="4674678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Faster R-CNN with ResNet-50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Trained with COCO JSON dataset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Augmented with synthetic images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Evaluation Results: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Precision: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97.95%</a:t>
            </a:r>
          </a:p>
          <a:p>
            <a:pPr lvl="1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Recall: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98.45%</a:t>
            </a:r>
          </a:p>
          <a:p>
            <a:pPr lvl="1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F1 Score: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98.2%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113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1013E-0A1F-8E94-7337-FC62FD521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A7066-7B90-501B-85DB-9F86E7411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🔄 </a:t>
            </a:r>
            <a:r>
              <a:rPr lang="en-US" sz="2800" b="1" dirty="0"/>
              <a:t>Incremental training</a:t>
            </a:r>
            <a:r>
              <a:rPr lang="en-US" sz="2800" dirty="0"/>
              <a:t> to add new exhibits dynamically.</a:t>
            </a:r>
          </a:p>
          <a:p>
            <a:pPr marL="0" indent="0">
              <a:buNone/>
            </a:pPr>
            <a:br>
              <a:rPr lang="en-US" sz="2800" dirty="0"/>
            </a:br>
            <a:r>
              <a:rPr lang="en-US" sz="2800" dirty="0"/>
              <a:t>🛠 </a:t>
            </a:r>
            <a:r>
              <a:rPr lang="en-US" sz="2800" b="1" dirty="0"/>
              <a:t>Automate dataset generation</a:t>
            </a:r>
            <a:r>
              <a:rPr lang="en-US" sz="2800" dirty="0"/>
              <a:t> for better model accuracy.</a:t>
            </a:r>
          </a:p>
          <a:p>
            <a:pPr marL="0" indent="0">
              <a:buNone/>
            </a:pPr>
            <a:br>
              <a:rPr lang="en-US" sz="2800" dirty="0"/>
            </a:br>
            <a:r>
              <a:rPr lang="en-US" sz="2800" dirty="0"/>
              <a:t>🌍 </a:t>
            </a:r>
            <a:r>
              <a:rPr lang="en-US" sz="2800" b="1" dirty="0"/>
              <a:t>Expand museum support</a:t>
            </a:r>
            <a:r>
              <a:rPr lang="en-US" sz="2800" dirty="0"/>
              <a:t> for multiple institutions.</a:t>
            </a:r>
          </a:p>
        </p:txBody>
      </p:sp>
    </p:spTree>
    <p:extLst>
      <p:ext uri="{BB962C8B-B14F-4D97-AF65-F5344CB8AC3E}">
        <p14:creationId xmlns:p14="http://schemas.microsoft.com/office/powerpoint/2010/main" val="2300745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15492-BBA8-2147-FEA2-8C0A934BF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D7B5254-72EB-9C73-C7C9-5592F60E95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288237"/>
            <a:ext cx="8850500" cy="3625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AI-powered exhibit recognition enhances museum experiences.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Faster R-CNN delivers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high-accuracy object detection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Future goal: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Scalable, real-time recognition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indent="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400" b="1" dirty="0"/>
              <a:t>GitHub Repository:</a:t>
            </a:r>
            <a:r>
              <a:rPr lang="en-US" sz="2400" dirty="0"/>
              <a:t> </a:t>
            </a:r>
            <a:r>
              <a:rPr lang="en-US" sz="2400" dirty="0">
                <a:hlinkClick r:id="rId2"/>
              </a:rPr>
              <a:t>github.com/bobig6/genai-project-2025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7614528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</TotalTime>
  <Words>255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Museum Quiz system</vt:lpstr>
      <vt:lpstr>Idea</vt:lpstr>
      <vt:lpstr>Business Needs</vt:lpstr>
      <vt:lpstr>System Overview</vt:lpstr>
      <vt:lpstr>Key Features</vt:lpstr>
      <vt:lpstr>AI Model &amp; Training</vt:lpstr>
      <vt:lpstr>Future Improvements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Boqn Ivanov</dc:creator>
  <cp:lastModifiedBy>Boqn Ivanov</cp:lastModifiedBy>
  <cp:revision>1</cp:revision>
  <dcterms:created xsi:type="dcterms:W3CDTF">2025-02-12T20:56:37Z</dcterms:created>
  <dcterms:modified xsi:type="dcterms:W3CDTF">2025-02-12T21:10:41Z</dcterms:modified>
</cp:coreProperties>
</file>